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97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47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78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4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8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92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00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08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8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5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1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92B07-1F2F-4C77-92B1-8887CFBB7C37}" type="datetimeFigureOut">
              <a:rPr lang="en-US" smtClean="0"/>
              <a:t>3/12/2021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659BD-FE3E-4F52-B6AB-78B07853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6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Connector 68"/>
          <p:cNvCxnSpPr>
            <a:endCxn id="19" idx="0"/>
          </p:cNvCxnSpPr>
          <p:nvPr/>
        </p:nvCxnSpPr>
        <p:spPr>
          <a:xfrm>
            <a:off x="8412555" y="4634345"/>
            <a:ext cx="1027965" cy="11000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endCxn id="18" idx="0"/>
          </p:cNvCxnSpPr>
          <p:nvPr/>
        </p:nvCxnSpPr>
        <p:spPr>
          <a:xfrm>
            <a:off x="8068470" y="4634345"/>
            <a:ext cx="310101" cy="11000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endCxn id="17" idx="0"/>
          </p:cNvCxnSpPr>
          <p:nvPr/>
        </p:nvCxnSpPr>
        <p:spPr>
          <a:xfrm>
            <a:off x="6538743" y="4634345"/>
            <a:ext cx="424291" cy="11000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16" idx="0"/>
          </p:cNvCxnSpPr>
          <p:nvPr/>
        </p:nvCxnSpPr>
        <p:spPr>
          <a:xfrm flipH="1">
            <a:off x="5901085" y="4634345"/>
            <a:ext cx="254522" cy="11000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5" idx="0"/>
          </p:cNvCxnSpPr>
          <p:nvPr/>
        </p:nvCxnSpPr>
        <p:spPr>
          <a:xfrm flipH="1">
            <a:off x="4496608" y="4634345"/>
            <a:ext cx="119397" cy="11000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endCxn id="9" idx="0"/>
          </p:cNvCxnSpPr>
          <p:nvPr/>
        </p:nvCxnSpPr>
        <p:spPr>
          <a:xfrm flipH="1">
            <a:off x="3434659" y="4516550"/>
            <a:ext cx="818109" cy="12178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687947" y="2980814"/>
            <a:ext cx="684132" cy="14141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endCxn id="12" idx="3"/>
          </p:cNvCxnSpPr>
          <p:nvPr/>
        </p:nvCxnSpPr>
        <p:spPr>
          <a:xfrm flipH="1">
            <a:off x="6650307" y="2951718"/>
            <a:ext cx="1037640" cy="15080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4" idx="3"/>
          </p:cNvCxnSpPr>
          <p:nvPr/>
        </p:nvCxnSpPr>
        <p:spPr>
          <a:xfrm flipH="1">
            <a:off x="4740448" y="2951717"/>
            <a:ext cx="2947499" cy="15080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051879" y="3004331"/>
            <a:ext cx="2950697" cy="13598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2" idx="1"/>
          </p:cNvCxnSpPr>
          <p:nvPr/>
        </p:nvCxnSpPr>
        <p:spPr>
          <a:xfrm flipH="1" flipV="1">
            <a:off x="5053480" y="2931540"/>
            <a:ext cx="995561" cy="152821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4252768" y="2931539"/>
            <a:ext cx="800711" cy="14326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11" idx="0"/>
          </p:cNvCxnSpPr>
          <p:nvPr/>
        </p:nvCxnSpPr>
        <p:spPr>
          <a:xfrm flipH="1">
            <a:off x="7650870" y="1714346"/>
            <a:ext cx="2104" cy="90416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10" idx="0"/>
          </p:cNvCxnSpPr>
          <p:nvPr/>
        </p:nvCxnSpPr>
        <p:spPr>
          <a:xfrm flipH="1">
            <a:off x="5006192" y="1697137"/>
            <a:ext cx="10714" cy="9213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5" idx="1"/>
          </p:cNvCxnSpPr>
          <p:nvPr/>
        </p:nvCxnSpPr>
        <p:spPr>
          <a:xfrm flipH="1">
            <a:off x="4998027" y="579691"/>
            <a:ext cx="1051014" cy="10648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5" idx="3"/>
          </p:cNvCxnSpPr>
          <p:nvPr/>
        </p:nvCxnSpPr>
        <p:spPr>
          <a:xfrm>
            <a:off x="6615970" y="579691"/>
            <a:ext cx="1042130" cy="10648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182" y="4159124"/>
            <a:ext cx="601266" cy="60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ecoffey\AppData\Local\Temp\Rar$DRa0.386\30067_Device_router_unknown_6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041" y="296226"/>
            <a:ext cx="566929" cy="56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ecoffey\AppData\Local\Temp\Rar$DRa0.386\30067_Device_router_unknown_6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078" y="1433944"/>
            <a:ext cx="579029" cy="57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:\Users\ecoffey\AppData\Local\Temp\Rar$DRa0.386\30067_Device_router_unknown_6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054" y="1433945"/>
            <a:ext cx="546985" cy="54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:\Users\ecoffey\AppData\Local\Temp\Rar$DRa0.175\30088_Device_terminal_minor_6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19" y="573437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C:\Users\ecoffey\AppData\Local\Temp\Rar$DRa0.160\30042_Device_layer3_switch_unknown_6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875" y="2618508"/>
            <a:ext cx="720633" cy="72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:\Users\ecoffey\AppData\Local\Temp\Rar$DRa0.160\30042_Device_layer3_switch_unknown_6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163" y="2618508"/>
            <a:ext cx="703413" cy="70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041" y="4159124"/>
            <a:ext cx="601266" cy="60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107" y="4159124"/>
            <a:ext cx="601266" cy="60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C:\Users\ecoffey\AppData\Local\Temp\Rar$DRa0.324\30072_Device_server_minor_64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8297" y="4215917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C:\Users\ecoffey\AppData\Local\Temp\Rar$DRa0.175\30088_Device_terminal_minor_6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768" y="573437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C:\Users\ecoffey\AppData\Local\Temp\Rar$DRa0.175\30088_Device_terminal_minor_6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245" y="573437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C:\Users\ecoffey\AppData\Local\Temp\Rar$DRa0.175\30088_Device_terminal_minor_6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194" y="573437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C:\Users\ecoffey\AppData\Local\Temp\Rar$DRa0.175\30088_Device_terminal_minor_6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731" y="573437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C:\Users\ecoffey\AppData\Local\Temp\Rar$DRa0.175\30088_Device_terminal_minor_6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680" y="573437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7" name="Straight Connector 66"/>
          <p:cNvCxnSpPr>
            <a:stCxn id="7" idx="3"/>
            <a:endCxn id="6" idx="1"/>
          </p:cNvCxnSpPr>
          <p:nvPr/>
        </p:nvCxnSpPr>
        <p:spPr>
          <a:xfrm>
            <a:off x="5273039" y="1707438"/>
            <a:ext cx="2057039" cy="1602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14" idx="1"/>
            <a:endCxn id="13" idx="3"/>
          </p:cNvCxnSpPr>
          <p:nvPr/>
        </p:nvCxnSpPr>
        <p:spPr>
          <a:xfrm flipH="1">
            <a:off x="8510373" y="4459757"/>
            <a:ext cx="175792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5358276" y="3012033"/>
            <a:ext cx="1932655" cy="86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332857" y="1489934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R01</a:t>
            </a:r>
            <a:endParaRPr lang="en-US" sz="1200" dirty="0"/>
          </a:p>
        </p:txBody>
      </p:sp>
      <p:sp>
        <p:nvSpPr>
          <p:cNvPr id="85" name="TextBox 84"/>
          <p:cNvSpPr txBox="1"/>
          <p:nvPr/>
        </p:nvSpPr>
        <p:spPr>
          <a:xfrm>
            <a:off x="8425669" y="4402963"/>
            <a:ext cx="596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fa0/23</a:t>
            </a:r>
            <a:endParaRPr lang="en-US" sz="1200" dirty="0"/>
          </a:p>
        </p:txBody>
      </p:sp>
      <p:sp>
        <p:nvSpPr>
          <p:cNvPr id="86" name="TextBox 85"/>
          <p:cNvSpPr txBox="1"/>
          <p:nvPr/>
        </p:nvSpPr>
        <p:spPr>
          <a:xfrm>
            <a:off x="10146492" y="4681568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Vlan 101</a:t>
            </a:r>
            <a:endParaRPr lang="en-US" sz="1200" dirty="0"/>
          </a:p>
        </p:txBody>
      </p:sp>
      <p:sp>
        <p:nvSpPr>
          <p:cNvPr id="88" name="TextBox 87"/>
          <p:cNvSpPr txBox="1"/>
          <p:nvPr/>
        </p:nvSpPr>
        <p:spPr>
          <a:xfrm>
            <a:off x="4619537" y="2368089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g0/2</a:t>
            </a:r>
            <a:endParaRPr lang="en-US" sz="1200" dirty="0"/>
          </a:p>
        </p:txBody>
      </p:sp>
      <p:sp>
        <p:nvSpPr>
          <p:cNvPr id="89" name="TextBox 88"/>
          <p:cNvSpPr txBox="1"/>
          <p:nvPr/>
        </p:nvSpPr>
        <p:spPr>
          <a:xfrm>
            <a:off x="5218584" y="1437347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g0/0</a:t>
            </a:r>
            <a:endParaRPr lang="en-US" sz="1200" dirty="0"/>
          </a:p>
        </p:txBody>
      </p:sp>
      <p:sp>
        <p:nvSpPr>
          <p:cNvPr id="90" name="TextBox 89"/>
          <p:cNvSpPr txBox="1"/>
          <p:nvPr/>
        </p:nvSpPr>
        <p:spPr>
          <a:xfrm>
            <a:off x="7626786" y="1797807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g0/0</a:t>
            </a:r>
            <a:endParaRPr lang="en-US" sz="1200" dirty="0"/>
          </a:p>
        </p:txBody>
      </p:sp>
      <p:sp>
        <p:nvSpPr>
          <p:cNvPr id="91" name="TextBox 90"/>
          <p:cNvSpPr txBox="1"/>
          <p:nvPr/>
        </p:nvSpPr>
        <p:spPr>
          <a:xfrm>
            <a:off x="6596394" y="324165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g0/2</a:t>
            </a:r>
            <a:endParaRPr lang="en-US" sz="1200" dirty="0"/>
          </a:p>
        </p:txBody>
      </p:sp>
      <p:sp>
        <p:nvSpPr>
          <p:cNvPr id="92" name="TextBox 91"/>
          <p:cNvSpPr txBox="1"/>
          <p:nvPr/>
        </p:nvSpPr>
        <p:spPr>
          <a:xfrm>
            <a:off x="5629749" y="324165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g0/1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4619537" y="1799276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g0/1</a:t>
            </a:r>
            <a:endParaRPr 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6960531" y="1422223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g0/1</a:t>
            </a:r>
            <a:endParaRPr lang="en-US" sz="1200" dirty="0"/>
          </a:p>
        </p:txBody>
      </p:sp>
      <p:sp>
        <p:nvSpPr>
          <p:cNvPr id="48" name="TextBox 47"/>
          <p:cNvSpPr txBox="1"/>
          <p:nvPr/>
        </p:nvSpPr>
        <p:spPr>
          <a:xfrm>
            <a:off x="7658100" y="2373579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g0/1</a:t>
            </a:r>
            <a:endParaRPr lang="en-US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8273770" y="4020624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g0/1</a:t>
            </a:r>
            <a:endParaRPr lang="en-US" sz="1200" dirty="0"/>
          </a:p>
        </p:txBody>
      </p:sp>
      <p:sp>
        <p:nvSpPr>
          <p:cNvPr id="50" name="TextBox 49"/>
          <p:cNvSpPr txBox="1"/>
          <p:nvPr/>
        </p:nvSpPr>
        <p:spPr>
          <a:xfrm>
            <a:off x="5629749" y="4325223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g0/1</a:t>
            </a:r>
            <a:endParaRPr 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4699602" y="4375999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g0/1</a:t>
            </a:r>
            <a:endParaRPr 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4645875" y="1273366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g0/2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7456867" y="1256770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g0/2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4319703" y="4023123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g0/2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6610080" y="4321257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g0/2</a:t>
            </a:r>
            <a:endParaRPr lang="en-US"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7520491" y="4251617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g0/2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7919932" y="1494190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R02</a:t>
            </a:r>
            <a:endParaRPr 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4104848" y="2794531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DS01</a:t>
            </a:r>
            <a:endParaRPr lang="en-US" sz="1200" dirty="0"/>
          </a:p>
        </p:txBody>
      </p:sp>
      <p:sp>
        <p:nvSpPr>
          <p:cNvPr id="63" name="TextBox 62"/>
          <p:cNvSpPr txBox="1"/>
          <p:nvPr/>
        </p:nvSpPr>
        <p:spPr>
          <a:xfrm>
            <a:off x="7956305" y="2789078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DS02</a:t>
            </a:r>
            <a:endParaRPr lang="en-US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5295499" y="2777562"/>
            <a:ext cx="51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fa0/1</a:t>
            </a:r>
            <a:endParaRPr 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6824940" y="2751489"/>
            <a:ext cx="51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fa0/3</a:t>
            </a:r>
            <a:endParaRPr 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4231661" y="3256633"/>
            <a:ext cx="596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fa0/10</a:t>
            </a:r>
            <a:endParaRPr lang="en-US" sz="1200" dirty="0"/>
          </a:p>
        </p:txBody>
      </p:sp>
      <p:sp>
        <p:nvSpPr>
          <p:cNvPr id="72" name="TextBox 71"/>
          <p:cNvSpPr txBox="1"/>
          <p:nvPr/>
        </p:nvSpPr>
        <p:spPr>
          <a:xfrm>
            <a:off x="4909613" y="3253581"/>
            <a:ext cx="51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fa0/9</a:t>
            </a:r>
            <a:endParaRPr lang="en-US" sz="1200" dirty="0"/>
          </a:p>
        </p:txBody>
      </p:sp>
      <p:sp>
        <p:nvSpPr>
          <p:cNvPr id="73" name="TextBox 72"/>
          <p:cNvSpPr txBox="1"/>
          <p:nvPr/>
        </p:nvSpPr>
        <p:spPr>
          <a:xfrm>
            <a:off x="5339745" y="2994286"/>
            <a:ext cx="606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fa0/11</a:t>
            </a:r>
            <a:endParaRPr lang="en-US" sz="1200" dirty="0"/>
          </a:p>
        </p:txBody>
      </p:sp>
      <p:sp>
        <p:nvSpPr>
          <p:cNvPr id="74" name="TextBox 73"/>
          <p:cNvSpPr txBox="1"/>
          <p:nvPr/>
        </p:nvSpPr>
        <p:spPr>
          <a:xfrm>
            <a:off x="6754807" y="2997322"/>
            <a:ext cx="51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fa0/2</a:t>
            </a:r>
            <a:endParaRPr lang="en-US" sz="1200" dirty="0"/>
          </a:p>
        </p:txBody>
      </p:sp>
      <p:sp>
        <p:nvSpPr>
          <p:cNvPr id="75" name="TextBox 74"/>
          <p:cNvSpPr txBox="1"/>
          <p:nvPr/>
        </p:nvSpPr>
        <p:spPr>
          <a:xfrm>
            <a:off x="6924375" y="3247527"/>
            <a:ext cx="51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fa0/9</a:t>
            </a:r>
            <a:endParaRPr lang="en-US" sz="1200" dirty="0"/>
          </a:p>
        </p:txBody>
      </p:sp>
      <p:sp>
        <p:nvSpPr>
          <p:cNvPr id="76" name="TextBox 75"/>
          <p:cNvSpPr txBox="1"/>
          <p:nvPr/>
        </p:nvSpPr>
        <p:spPr>
          <a:xfrm>
            <a:off x="7863389" y="3253581"/>
            <a:ext cx="51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fa0/7</a:t>
            </a:r>
            <a:endParaRPr lang="en-US" sz="1200" dirty="0"/>
          </a:p>
        </p:txBody>
      </p:sp>
      <p:sp>
        <p:nvSpPr>
          <p:cNvPr id="79" name="TextBox 78"/>
          <p:cNvSpPr txBox="1"/>
          <p:nvPr/>
        </p:nvSpPr>
        <p:spPr>
          <a:xfrm>
            <a:off x="3442190" y="4652998"/>
            <a:ext cx="596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fa0/21</a:t>
            </a:r>
            <a:endParaRPr lang="en-US" sz="1200" dirty="0"/>
          </a:p>
        </p:txBody>
      </p:sp>
      <p:sp>
        <p:nvSpPr>
          <p:cNvPr id="80" name="TextBox 79"/>
          <p:cNvSpPr txBox="1"/>
          <p:nvPr/>
        </p:nvSpPr>
        <p:spPr>
          <a:xfrm>
            <a:off x="4550775" y="4647306"/>
            <a:ext cx="596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fa0/18</a:t>
            </a:r>
            <a:endParaRPr lang="en-US" sz="1200" dirty="0"/>
          </a:p>
        </p:txBody>
      </p:sp>
      <p:sp>
        <p:nvSpPr>
          <p:cNvPr id="81" name="TextBox 80"/>
          <p:cNvSpPr txBox="1"/>
          <p:nvPr/>
        </p:nvSpPr>
        <p:spPr>
          <a:xfrm>
            <a:off x="5641943" y="4656263"/>
            <a:ext cx="51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fa0/9</a:t>
            </a:r>
            <a:endParaRPr lang="en-US" sz="1200" dirty="0"/>
          </a:p>
        </p:txBody>
      </p:sp>
      <p:sp>
        <p:nvSpPr>
          <p:cNvPr id="82" name="TextBox 81"/>
          <p:cNvSpPr txBox="1"/>
          <p:nvPr/>
        </p:nvSpPr>
        <p:spPr>
          <a:xfrm>
            <a:off x="6566438" y="4655242"/>
            <a:ext cx="596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fa0/19</a:t>
            </a:r>
            <a:endParaRPr lang="en-US" sz="1200" dirty="0"/>
          </a:p>
        </p:txBody>
      </p:sp>
      <p:sp>
        <p:nvSpPr>
          <p:cNvPr id="83" name="TextBox 82"/>
          <p:cNvSpPr txBox="1"/>
          <p:nvPr/>
        </p:nvSpPr>
        <p:spPr>
          <a:xfrm>
            <a:off x="7556344" y="4647305"/>
            <a:ext cx="5968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fa0/12</a:t>
            </a:r>
            <a:endParaRPr lang="en-US" sz="1200" dirty="0"/>
          </a:p>
        </p:txBody>
      </p:sp>
      <p:sp>
        <p:nvSpPr>
          <p:cNvPr id="93" name="TextBox 92"/>
          <p:cNvSpPr txBox="1"/>
          <p:nvPr/>
        </p:nvSpPr>
        <p:spPr>
          <a:xfrm>
            <a:off x="8125747" y="4655241"/>
            <a:ext cx="51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fa0/5</a:t>
            </a:r>
            <a:endParaRPr lang="en-US" sz="1200" dirty="0"/>
          </a:p>
        </p:txBody>
      </p:sp>
      <p:sp>
        <p:nvSpPr>
          <p:cNvPr id="94" name="TextBox 93"/>
          <p:cNvSpPr txBox="1"/>
          <p:nvPr/>
        </p:nvSpPr>
        <p:spPr>
          <a:xfrm>
            <a:off x="3108287" y="6222055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Vlan 89</a:t>
            </a:r>
            <a:endParaRPr lang="en-US" sz="1200" dirty="0"/>
          </a:p>
        </p:txBody>
      </p:sp>
      <p:sp>
        <p:nvSpPr>
          <p:cNvPr id="95" name="TextBox 94"/>
          <p:cNvSpPr txBox="1"/>
          <p:nvPr/>
        </p:nvSpPr>
        <p:spPr>
          <a:xfrm>
            <a:off x="4209510" y="6222054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Vlan 3</a:t>
            </a:r>
            <a:endParaRPr lang="en-US" sz="1200" dirty="0"/>
          </a:p>
        </p:txBody>
      </p:sp>
      <p:sp>
        <p:nvSpPr>
          <p:cNvPr id="96" name="TextBox 95"/>
          <p:cNvSpPr txBox="1"/>
          <p:nvPr/>
        </p:nvSpPr>
        <p:spPr>
          <a:xfrm>
            <a:off x="5574712" y="6222053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Vlan 12</a:t>
            </a:r>
            <a:endParaRPr lang="en-US" sz="1200" dirty="0"/>
          </a:p>
        </p:txBody>
      </p:sp>
      <p:sp>
        <p:nvSpPr>
          <p:cNvPr id="97" name="TextBox 96"/>
          <p:cNvSpPr txBox="1"/>
          <p:nvPr/>
        </p:nvSpPr>
        <p:spPr>
          <a:xfrm>
            <a:off x="6673433" y="6222053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Vlan 6</a:t>
            </a:r>
            <a:endParaRPr lang="en-US" sz="1200" dirty="0"/>
          </a:p>
        </p:txBody>
      </p:sp>
      <p:sp>
        <p:nvSpPr>
          <p:cNvPr id="98" name="TextBox 97"/>
          <p:cNvSpPr txBox="1"/>
          <p:nvPr/>
        </p:nvSpPr>
        <p:spPr>
          <a:xfrm>
            <a:off x="8052199" y="6222052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Vlan 33</a:t>
            </a:r>
            <a:endParaRPr lang="en-US" sz="1200" dirty="0"/>
          </a:p>
        </p:txBody>
      </p:sp>
      <p:sp>
        <p:nvSpPr>
          <p:cNvPr id="99" name="TextBox 98"/>
          <p:cNvSpPr txBox="1"/>
          <p:nvPr/>
        </p:nvSpPr>
        <p:spPr>
          <a:xfrm>
            <a:off x="9153422" y="6222051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Vlan 6</a:t>
            </a:r>
            <a:endParaRPr lang="en-US" sz="1200" dirty="0"/>
          </a:p>
        </p:txBody>
      </p:sp>
      <p:sp>
        <p:nvSpPr>
          <p:cNvPr id="100" name="TextBox 99"/>
          <p:cNvSpPr txBox="1"/>
          <p:nvPr/>
        </p:nvSpPr>
        <p:spPr>
          <a:xfrm>
            <a:off x="4198383" y="4411147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AS01</a:t>
            </a:r>
            <a:endParaRPr lang="en-US" sz="1200" dirty="0"/>
          </a:p>
        </p:txBody>
      </p:sp>
      <p:sp>
        <p:nvSpPr>
          <p:cNvPr id="101" name="TextBox 100"/>
          <p:cNvSpPr txBox="1"/>
          <p:nvPr/>
        </p:nvSpPr>
        <p:spPr>
          <a:xfrm>
            <a:off x="6096805" y="4411148"/>
            <a:ext cx="502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AS02</a:t>
            </a:r>
            <a:endParaRPr lang="en-US" sz="1200" dirty="0"/>
          </a:p>
        </p:txBody>
      </p:sp>
      <p:sp>
        <p:nvSpPr>
          <p:cNvPr id="102" name="TextBox 101"/>
          <p:cNvSpPr txBox="1"/>
          <p:nvPr/>
        </p:nvSpPr>
        <p:spPr>
          <a:xfrm>
            <a:off x="7944041" y="4402962"/>
            <a:ext cx="502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AS03</a:t>
            </a:r>
            <a:endParaRPr 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1233182" y="828817"/>
            <a:ext cx="2359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Baskerville Old Face" panose="02020602080505020303" pitchFamily="18" charset="0"/>
              </a:rPr>
              <a:t>Practice </a:t>
            </a:r>
            <a:r>
              <a:rPr lang="en-US" sz="2800" dirty="0" err="1" smtClean="0">
                <a:latin typeface="Baskerville Old Face" panose="02020602080505020303" pitchFamily="18" charset="0"/>
              </a:rPr>
              <a:t>TM</a:t>
            </a:r>
            <a:r>
              <a:rPr lang="en-US" sz="2800" dirty="0" err="1" smtClean="0">
                <a:latin typeface="Baskerville Old Face" panose="02020602080505020303" pitchFamily="18" charset="0"/>
              </a:rPr>
              <a:t>vB</a:t>
            </a:r>
            <a:endParaRPr lang="en-US" sz="2800" dirty="0">
              <a:latin typeface="Baskerville Old Face" panose="02020602080505020303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131439" y="699607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ISP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4827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6B422CCE71A244BEF657537D5E8D67" ma:contentTypeVersion="10" ma:contentTypeDescription="Create a new document." ma:contentTypeScope="" ma:versionID="3278e6ae99847021ad7a761055d2487c">
  <xsd:schema xmlns:xsd="http://www.w3.org/2001/XMLSchema" xmlns:xs="http://www.w3.org/2001/XMLSchema" xmlns:p="http://schemas.microsoft.com/office/2006/metadata/properties" xmlns:ns2="94bb8c4e-b7db-4e6e-a551-13db69c17e1b" xmlns:ns3="3c3230fe-fca9-46e7-af6c-57b1a8f623a0" targetNamespace="http://schemas.microsoft.com/office/2006/metadata/properties" ma:root="true" ma:fieldsID="b576b80c04a37a6e6610c1342caa566d" ns2:_="" ns3:_="">
    <xsd:import namespace="94bb8c4e-b7db-4e6e-a551-13db69c17e1b"/>
    <xsd:import namespace="3c3230fe-fca9-46e7-af6c-57b1a8f623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b8c4e-b7db-4e6e-a551-13db69c17e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230fe-fca9-46e7-af6c-57b1a8f623a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CE6675-B757-49B5-8D56-CCE633D018E2}"/>
</file>

<file path=customXml/itemProps2.xml><?xml version="1.0" encoding="utf-8"?>
<ds:datastoreItem xmlns:ds="http://schemas.openxmlformats.org/officeDocument/2006/customXml" ds:itemID="{5AF0DCF6-93F4-49D3-9A17-03F6EAA6A8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3BB110-DE61-4847-B77E-B61FE7C60637}">
  <ds:schemaRefs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b4f02233-717e-4b84-84a3-ce121832e777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55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Baskerville Old Face</vt:lpstr>
      <vt:lpstr>Calibri</vt:lpstr>
      <vt:lpstr>Calibri Light</vt:lpstr>
      <vt:lpstr>Office Theme</vt:lpstr>
      <vt:lpstr>PowerPoint Presentation</vt:lpstr>
    </vt:vector>
  </TitlesOfParts>
  <Company>U.S. Air Force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FAWBUSH, QUINTON B GS-09 USAF AETC 333 TRS/UMAF</dc:creator>
  <cp:lastModifiedBy>JOHN PRESSWOOD</cp:lastModifiedBy>
  <cp:revision>9</cp:revision>
  <dcterms:created xsi:type="dcterms:W3CDTF">2019-08-13T15:45:35Z</dcterms:created>
  <dcterms:modified xsi:type="dcterms:W3CDTF">2021-03-12T17:20:18Z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0x010100976B422CCE71A244BEF657537D5E8D67</vt:lpwstr>
  </property>
</Properties>
</file>